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B185A9-50EC-4E46-A907-9EE5CD73C4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308CE6-F7B4-4870-9FFD-E425DD7CD5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2E14A5-526C-4552-B4A6-E54E90FB76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C930C6-685F-4B0B-9E3F-B9C2189F36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0140761-A6E1-4269-ACE2-530326632C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4E864E9-AFF5-424F-912E-C98E94C7DB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C33E3E2-83AB-4490-ABBA-DB73BFFA4C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67530EF-A9E2-4317-9061-6EC2509382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3F3C72D-787F-469E-B744-7155E9921F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F969B76-C9FD-4970-8A38-93854173C6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8A65946-27E3-4238-A6CB-26B0BE724D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078AC-EE3D-4D0D-85F7-1005D5F16FB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F03CF5-B5C8-4D29-AD62-8E59975C764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52594D-E783-4C32-A9C2-819CA61506C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32ED5-B909-482A-A48C-8833B94D5CD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91451A-FE28-4133-871D-8233150A516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04C41-A77F-4E22-AF9E-E2CBFF4D281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60453-B557-4BF2-96C0-C8631111D8B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3B79F6-2A05-48D1-B2E7-71782B40836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3B6065-7DC0-48E3-AC9D-5AD99103EA3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C38DA4-97E6-4C7C-9BD5-4E2B149DF32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52E87-88DA-4B61-81BB-FDD300F116D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длину стороны и преобразуем её в число (float)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(сторона в квадрате)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side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квадрата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159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900000" y="1923480"/>
            <a:ext cx="10620000" cy="47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длины сторон и преобразуем их в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 прямоугольника: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прямоугольника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прямоугольника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 и преобразуем их в дробные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арифметическое равно: {average}")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24760" y="1080000"/>
            <a:ext cx="10335240" cy="52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Проверяем, чтобы произведение было неотрицательным (иначе корень не извлечется)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 * b &lt;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print("Ошибка: числа имеют разные знаки. Среднее геометрическое в вещественных числах не определено.")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среднее геометрическое (квадратный корень из произведения)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geom_mean = math.sqrt(a * b)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print(f"Среднее геометрическое равно: {geom_mean}")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720000" y="1620000"/>
            <a:ext cx="12600000" cy="52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длины катетов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гипотенузу по теореме Пифагора: c = √(a² + b²)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площадь прямоугольного треугольника: S = (a * b)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 на экран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print(f"Гипотенуза равна: {hypotenuse}")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print(f"Площадь равна: {area}")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N. 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Вывести на экран через запятую (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N-1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en-US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число N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Вычисляем три квадрата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(n - 1)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n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c = (n + 1) **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 через запятую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print(f"{a}, {b}, {c}")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8649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921760" y="2130840"/>
            <a:ext cx="6438240" cy="213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у пользователя целое число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number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Проверяем четность с помощью остатка от деления на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number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print(f"Число {number} — 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print(f"Число {number} — нечетное")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два числа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условие и вычисляем нужный результат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+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Их сумма равна: {result}")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result = a - b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Их разность равна: {result}")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940120" y="2642760"/>
            <a:ext cx="640152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Выводим степени числа 2 от 0 до 15 (всего 16 значений)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i in range(16):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result = 2 ** 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print(f"2^{i} =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у пользователя целое число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Проверяем четность с помощью остатка от деления на 2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number % 2 ==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print(f"Число {number} — четное")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print(f"Число {number} — нечетное")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73440"/>
            <a:ext cx="10515240" cy="161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Счётчики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positive_count = 0  # количество положительных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negative_count = 0  # количество отрицательных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zero_count = 0      # количество нулей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Запрашиваем 10 чисел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for i in range(1, 11):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number = int(input(f"Введите {i}-е число: "))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if number &gt;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elif number &lt; 0: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print(f"Положительных чисел: {positive_count}")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print(f"Отрицательных чисел: {negative_count}")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709280" y="2265840"/>
            <a:ext cx="8370720" cy="367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10 чисел в одну строку через пробел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numbers = list(map(int, input("Введите 10 целых чисел через пробел: ").split()))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Находим максимум и минимум с помощью встроенных функций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max_num = max(numbers)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min_num = min(numbers)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Вычисляем разницу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difference = max_num - min_num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Выводим результаты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print(f"Наибольшее число: {max_num}")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print(f"Наименьшее число: {min_num}")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print(f"Разница между ними: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6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0920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275920" y="2340000"/>
            <a:ext cx="7624080" cy="316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10 чисел в одну строку через пробел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list(map(int, input("Введите 10 целых чисел через пробел: ").split()))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Находим максимальный элемент массива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max_value = max(A)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Подсчитываем, сколько раз он встречается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 = A.count(max_value)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Выводим результаты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print(f"Максимальный элемент: {max_value}")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таких элементов: {count}")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4240" y="365040"/>
            <a:ext cx="12002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364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27640" y="2246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815920" y="1980000"/>
            <a:ext cx="7624080" cy="418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10 чисел в одну строку через пробел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list(map(int, input("Введите 10 целых чисел через пробел: ").split()))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Сумма элементов с чётными индексами (0, 2, 4, 6, 8)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sum_even = sum(A[::2])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Сумма элементов с нечётными индексами (1, 3, 5, 7, 9)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sum_odd = sum(A[1::2])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Разница между суммами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difference = sum_even - sum_odd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Выводим результаты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print(f"Сумма элементов с чётными индексами: {sum_even}")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print(f"Сумма элементов с нечётными индексами: {sum_odd}")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print(f"Разница: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4783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040560" y="2057760"/>
            <a:ext cx="6200640" cy="316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текст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Подсчитываем количество цифр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digit_count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 char in text: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char.isdigit():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digit_count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Выводим результат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арабских цифр в тексте: {digit_count}")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85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240000" y="2389680"/>
            <a:ext cx="5999400" cy="265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строку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Разбиваем строку на слова и берём первое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print(f"Первое слово: {words[0]}")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print("Строка пустая или содержит только пробелы")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237120" y="2340000"/>
            <a:ext cx="6122880" cy="290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текст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имя файла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filename = input("Введите имя файла для сохранения: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Записываем текст в файл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print(f"Текст успешно сохранён в файл '{filename}'")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900000" y="1260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169280" y="1080000"/>
            <a:ext cx="9090720" cy="853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границы диапазона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 = int(input("Введите нижнюю границу диапазона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 = int(input("Введите верхнюю границу диапазона M: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print("Ошибка: N не может быть больше M!")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print(f"\nЗагадайте число от {N} до {M}. Компьютер будет задавать вопросы.")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print("Отвечайте 'да' или 'нет'.\n")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left =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right = 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questions = 0  # счётчик вопросов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left &lt; right: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mid = (left + right) //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questions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Задаём вопрос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answer = input(f"Вопрос {questions}: Ваше число больше {mid}? (да/нет): ").strip().lower()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Обрабатываем ответ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answer == 'да':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left =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elif answer == 'нет':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right =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print("Не понял ответа. Считаю как 'нет'.")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right =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print(f"\n🎉 Ваше число: {left}")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вопросов: {questions}")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0" y="365040"/>
            <a:ext cx="121917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</a:t>
            </a:r>
            <a:r>
              <a:rPr b="0" lang="en-US" sz="2000" spc="-1" strike="noStrike">
                <a:solidFill>
                  <a:schemeClr val="dk1"/>
                </a:solidFill>
                <a:latin typeface="Calibri Light"/>
              </a:rPr>
              <a:t>[N,M]</a:t>
            </a: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70236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Ваш код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LibreOffice/7.6.7.2$Linux_X86_64 LibreOffice_project/60$Build-2</Application>
  <AppVersion>15.0000</AppVersion>
  <Words>373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>Елена Демидова</dc:creator>
  <dc:description/>
  <dc:language>ru-RU</dc:language>
  <cp:lastModifiedBy/>
  <dcterms:modified xsi:type="dcterms:W3CDTF">2026-06-20T10:13:46Z</dcterms:modified>
  <cp:revision>13</cp:revision>
  <dc:subject/>
  <dc:title>Программирование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21</vt:i4>
  </property>
</Properties>
</file>